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" y="-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81E7B5-963D-62DE-646D-E627BEF54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2E4C15-D50B-2DFF-8A66-E34BFADA8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275745-8F82-3D3E-4473-A2E62FD55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B61605-8828-E17C-1A31-E9132D46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42B19D-9A91-E37A-ADE1-171BE7FAE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7287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2217B1-82FD-1853-BDEC-401BAFBAF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73B6E9-0656-EFFF-F8BA-9F2ABE59E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6EC931-4F36-8A49-9599-7C8768F3B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39F24E-DF7D-EA16-7FB2-8A0C09C9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84F431-EC13-F364-9BC1-719FCE7B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4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EA9528-810B-D221-D082-8A2C3BF2F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1538C8-2999-726B-429A-27D8A47B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9D2E73-6A2D-7420-3DDC-F3BB7826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B0F6EB-A41E-407A-6DC8-05888A490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1FDFFA-1894-3344-7C0F-2B1A5C8A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181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A7A730-1040-064B-B9A1-E43A2381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041258-20B9-9856-16B7-8CBBEC199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DA66E7E-8493-A064-24F4-13CE93F96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41CF8C-5C66-8297-4CFF-FEF324A6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BE8699-328A-4A18-D048-031EC7A3C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CE026F-C273-3643-A663-883449D0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32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94808-4C85-D9CD-729B-CBF935CF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F818C5-A756-E2FB-D0D0-C898632DB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95DE72-4548-583B-ED03-846F0E35D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323EBFF-5F1B-411B-E5F7-50887D1BC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AC075EE-7A01-731D-E8FA-C473D0F54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FEAF025-CCE8-489D-359A-4EBFE3BB4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11A9971-020A-5CE0-8B46-3C1378C9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31B1C00-975B-6AB5-F3B9-88FC9D52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8467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06F9ED-F82C-8F78-D2E9-302D11BE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0A86D90-5AE3-DC45-C208-201B30C4F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3EBB9E-229F-C864-0165-6B302B02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7328F1-2DE0-8412-9098-A19B0899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85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5B29FB4-C9DD-3B06-F504-56DA6C636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2181007-7B85-B186-F156-850B7DFB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0C51EC-E68C-CD8F-D2ED-E2DA2158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44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FE94C6-C711-8AD7-3952-698E6024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B8997B-5C06-161B-97E2-C734838CC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C4F566-61D2-9F55-B2C9-AC4528FF9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C6554C-EF4E-440A-90A0-11A7B636B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24FBD7-50E4-E7B3-BBF8-C34C59801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8770E4-1EDA-6A62-A52D-135D8DCE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33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6B7647-4EF9-DE04-8B62-3CCE4045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4EF7A9D-274E-C10C-AE81-1FD15FA70F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13AB7E-0C15-EB03-0201-8946761DE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AE36CE-1CC1-CDB3-1E68-D123DB850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D7962B-3DFE-756F-A1D7-1C124ABB6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076C51-2E76-0FDB-65BA-A479B136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92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24D1C-25D5-C0DE-453E-5D004EB7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258D3FB-5B63-17F0-6C93-4EEDE080B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F24F15-CD1A-E5AD-CEB9-10325FC76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3BFC88-90E0-9D44-8A8C-43B367B0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0AD1F6-B253-E199-C7E0-9BB393EA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82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4AA72-21BF-9944-2929-99A74702D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8EA4D1-76FF-DE25-8B46-12830718B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925F85-D764-3398-BB35-5AFD74FC0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611714-1554-0B1B-081A-0602636F7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600743-71E4-76D8-2BDD-3FE0844A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30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730EF0A-CB26-85BB-C324-C90FC71DF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B34249-2D24-64E2-AAD8-75866DA20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18BCBD-41BF-2BD3-5741-30EB02A5E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07ABA-3F8A-4FF3-AF80-E95D049F70AC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804C7E-34C4-4A97-4DDA-905AFF36F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F1343D-5FBE-22A5-C3FB-70B75AA89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388A7-7C66-4311-AB3F-E45DCF2C7B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>
            <a:extLst>
              <a:ext uri="{FF2B5EF4-FFF2-40B4-BE49-F238E27FC236}">
                <a16:creationId xmlns:a16="http://schemas.microsoft.com/office/drawing/2014/main" id="{5811AC23-AD42-6185-A4B5-A7ACC1AC6120}"/>
              </a:ext>
            </a:extLst>
          </p:cNvPr>
          <p:cNvSpPr/>
          <p:nvPr/>
        </p:nvSpPr>
        <p:spPr>
          <a:xfrm>
            <a:off x="3453885" y="2825578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953ADA06-2ED7-F1B6-436F-F06933619ACF}"/>
              </a:ext>
            </a:extLst>
          </p:cNvPr>
          <p:cNvSpPr/>
          <p:nvPr/>
        </p:nvSpPr>
        <p:spPr>
          <a:xfrm>
            <a:off x="4393364" y="2825578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45EB0AE8-4EB0-292A-5B2F-ECF39BEA598B}"/>
              </a:ext>
            </a:extLst>
          </p:cNvPr>
          <p:cNvSpPr/>
          <p:nvPr/>
        </p:nvSpPr>
        <p:spPr>
          <a:xfrm>
            <a:off x="3453885" y="2387670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9D01A91B-8B52-8D9F-19D5-9CB3EF850122}"/>
              </a:ext>
            </a:extLst>
          </p:cNvPr>
          <p:cNvSpPr/>
          <p:nvPr/>
        </p:nvSpPr>
        <p:spPr>
          <a:xfrm>
            <a:off x="3935200" y="2357001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7CFF4519-CEA7-3482-1DAA-BC85A5B097D4}"/>
              </a:ext>
            </a:extLst>
          </p:cNvPr>
          <p:cNvSpPr/>
          <p:nvPr/>
        </p:nvSpPr>
        <p:spPr>
          <a:xfrm>
            <a:off x="4399925" y="2357001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3D3FB435-69CC-7F7A-578D-7EA2531BF286}"/>
              </a:ext>
            </a:extLst>
          </p:cNvPr>
          <p:cNvSpPr/>
          <p:nvPr/>
        </p:nvSpPr>
        <p:spPr>
          <a:xfrm>
            <a:off x="6211723" y="2825578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ABE74FF5-A65E-F97F-6DEA-EBE91A4CB863}"/>
              </a:ext>
            </a:extLst>
          </p:cNvPr>
          <p:cNvSpPr/>
          <p:nvPr/>
        </p:nvSpPr>
        <p:spPr>
          <a:xfrm>
            <a:off x="6637952" y="2831366"/>
            <a:ext cx="634314" cy="603422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440F6142-7CED-AC1D-4EA4-9BBCC88CF8D7}"/>
              </a:ext>
            </a:extLst>
          </p:cNvPr>
          <p:cNvSpPr/>
          <p:nvPr/>
        </p:nvSpPr>
        <p:spPr>
          <a:xfrm>
            <a:off x="7151202" y="2825578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AAECE216-EED4-E39D-CC03-F0BF00D97379}"/>
              </a:ext>
            </a:extLst>
          </p:cNvPr>
          <p:cNvSpPr/>
          <p:nvPr/>
        </p:nvSpPr>
        <p:spPr>
          <a:xfrm>
            <a:off x="6211723" y="2387670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ABF33EE5-D63C-33E1-FCDA-163500173CA2}"/>
              </a:ext>
            </a:extLst>
          </p:cNvPr>
          <p:cNvSpPr/>
          <p:nvPr/>
        </p:nvSpPr>
        <p:spPr>
          <a:xfrm>
            <a:off x="6693038" y="2357001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Cube 25">
            <a:extLst>
              <a:ext uri="{FF2B5EF4-FFF2-40B4-BE49-F238E27FC236}">
                <a16:creationId xmlns:a16="http://schemas.microsoft.com/office/drawing/2014/main" id="{A664AD35-8CAA-8307-D705-9C5BDCE7391F}"/>
              </a:ext>
            </a:extLst>
          </p:cNvPr>
          <p:cNvSpPr/>
          <p:nvPr/>
        </p:nvSpPr>
        <p:spPr>
          <a:xfrm>
            <a:off x="7157763" y="2357001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CAF20B3-BA7C-E76A-5505-EF7E0BD34ABE}"/>
              </a:ext>
            </a:extLst>
          </p:cNvPr>
          <p:cNvSpPr txBox="1"/>
          <p:nvPr/>
        </p:nvSpPr>
        <p:spPr>
          <a:xfrm>
            <a:off x="3629832" y="1734427"/>
            <a:ext cx="187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Porte 1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0B463E2-4752-195D-9C01-3B69D8EF38DB}"/>
              </a:ext>
            </a:extLst>
          </p:cNvPr>
          <p:cNvSpPr txBox="1"/>
          <p:nvPr/>
        </p:nvSpPr>
        <p:spPr>
          <a:xfrm>
            <a:off x="6387670" y="1697970"/>
            <a:ext cx="187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Porte 2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1CDDDB2-5CFF-AE0D-23F5-8D60E95F9534}"/>
              </a:ext>
            </a:extLst>
          </p:cNvPr>
          <p:cNvSpPr txBox="1"/>
          <p:nvPr/>
        </p:nvSpPr>
        <p:spPr>
          <a:xfrm>
            <a:off x="3453885" y="4060938"/>
            <a:ext cx="187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Porte 3</a:t>
            </a:r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42618792-CBB7-F6E3-E05A-189ADAA95926}"/>
              </a:ext>
            </a:extLst>
          </p:cNvPr>
          <p:cNvSpPr/>
          <p:nvPr/>
        </p:nvSpPr>
        <p:spPr>
          <a:xfrm>
            <a:off x="3130167" y="5365271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790E3836-933B-DB49-2AEE-F43D55747C6B}"/>
              </a:ext>
            </a:extLst>
          </p:cNvPr>
          <p:cNvSpPr/>
          <p:nvPr/>
        </p:nvSpPr>
        <p:spPr>
          <a:xfrm>
            <a:off x="3556396" y="5371059"/>
            <a:ext cx="634314" cy="603422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B7177219-7780-F9C9-BF57-C506CCBD7FA1}"/>
              </a:ext>
            </a:extLst>
          </p:cNvPr>
          <p:cNvSpPr/>
          <p:nvPr/>
        </p:nvSpPr>
        <p:spPr>
          <a:xfrm>
            <a:off x="4069646" y="5365271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0C152391-228B-9525-EB22-56478629C43B}"/>
              </a:ext>
            </a:extLst>
          </p:cNvPr>
          <p:cNvSpPr/>
          <p:nvPr/>
        </p:nvSpPr>
        <p:spPr>
          <a:xfrm>
            <a:off x="3130167" y="4927363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A662817B-AFBE-F1C1-1E62-90A67A72918A}"/>
              </a:ext>
            </a:extLst>
          </p:cNvPr>
          <p:cNvSpPr/>
          <p:nvPr/>
        </p:nvSpPr>
        <p:spPr>
          <a:xfrm>
            <a:off x="3551287" y="4907319"/>
            <a:ext cx="634314" cy="603422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CDD21A00-731F-9D9C-4605-FFCDB2EC8E75}"/>
              </a:ext>
            </a:extLst>
          </p:cNvPr>
          <p:cNvSpPr/>
          <p:nvPr/>
        </p:nvSpPr>
        <p:spPr>
          <a:xfrm>
            <a:off x="4088199" y="4901531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6E941E7B-D22A-EFB1-8A1D-347D16A106D5}"/>
              </a:ext>
            </a:extLst>
          </p:cNvPr>
          <p:cNvSpPr/>
          <p:nvPr/>
        </p:nvSpPr>
        <p:spPr>
          <a:xfrm>
            <a:off x="3093855" y="4461360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Cube 44">
            <a:extLst>
              <a:ext uri="{FF2B5EF4-FFF2-40B4-BE49-F238E27FC236}">
                <a16:creationId xmlns:a16="http://schemas.microsoft.com/office/drawing/2014/main" id="{5A3CC864-CF7A-D328-24D9-C61BFF444053}"/>
              </a:ext>
            </a:extLst>
          </p:cNvPr>
          <p:cNvSpPr/>
          <p:nvPr/>
        </p:nvSpPr>
        <p:spPr>
          <a:xfrm>
            <a:off x="3572871" y="4449367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Cube 46">
            <a:extLst>
              <a:ext uri="{FF2B5EF4-FFF2-40B4-BE49-F238E27FC236}">
                <a16:creationId xmlns:a16="http://schemas.microsoft.com/office/drawing/2014/main" id="{9FBB7A25-140F-9367-728B-81499A8E3C8A}"/>
              </a:ext>
            </a:extLst>
          </p:cNvPr>
          <p:cNvSpPr/>
          <p:nvPr/>
        </p:nvSpPr>
        <p:spPr>
          <a:xfrm>
            <a:off x="4059243" y="4436058"/>
            <a:ext cx="634314" cy="60342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0715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chaf</dc:creator>
  <cp:lastModifiedBy>jonathan chaf</cp:lastModifiedBy>
  <cp:revision>1</cp:revision>
  <dcterms:created xsi:type="dcterms:W3CDTF">2026-09-25T10:31:37Z</dcterms:created>
  <dcterms:modified xsi:type="dcterms:W3CDTF">2026-09-25T10:34:59Z</dcterms:modified>
</cp:coreProperties>
</file>